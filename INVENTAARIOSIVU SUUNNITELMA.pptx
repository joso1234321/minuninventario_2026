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EA4FE02-BA60-36F2-2002-A65DC4026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7A9A5DF-B6E0-F24C-280D-9D0E81878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F176DB1-2A0E-CC91-ED19-154EEC95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8E718DF-8120-3326-07F2-D0FA42EF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36B66D3-A13C-9D2F-0146-37D0029A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9717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6E6FF8C-3A73-30E6-FDBE-91F827FD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D80BC2A-DF7E-4D7A-872C-681562B4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500B24E-844D-30CC-E577-CC5A81B7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566B7884-6722-C289-ED76-9C2C54E0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42EDCC5-8ACD-25DF-C884-BC797EEC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300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3D03FBA-ABF5-4D9D-A307-498A615C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DEF6EEFB-5B2A-C9E7-6762-184B5B8AD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DAC337F-DE44-ACA1-7BF4-AA15534D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5A262B4B-F4E1-6155-FD5C-9B93FC34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B409984-5B1A-9082-627E-BBDB7CF1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3277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AC1250F-4DCB-7DBF-7828-84474208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32771BD-DED7-222C-DD11-A5B0668B9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CEAB359D-3890-28BF-6B2F-FC93C4054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9C7B7FB-C674-B9FC-DFCC-640908AC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817728E-4A41-3F80-0E46-8F68BB31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7A2A4212-49C9-7503-A47B-2D626512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8301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F7CF968-BF63-33D0-1595-D70033BB6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4BD2F23-47FA-686B-5640-0ACB593B5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4CC4F1B2-23A5-5F25-B025-64C48E598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28DB9F5E-61BC-688F-5679-0BC8F51E9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4B88895A-9B25-DCF5-A37A-939E7150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91A5E244-9E0A-7392-4DE5-CF7E0CFF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88101094-8A5B-7D5E-3670-EFC22E6A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91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52F03E0-8385-7E76-99F8-CC99E308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50DC7A53-3F50-5653-631E-97339E7E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082C14E4-910A-9ECF-5CCF-10B7CC0E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42DBC4D8-CBB8-A1E4-7285-6959E812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865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25BA18AC-8F6F-B37C-EDF5-D58B862A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0CCE0520-7E3E-E6CA-59C4-42BC9B40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9E56236B-7B2C-728B-108F-F51D2158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5666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B7DF668-4789-D6A7-C721-89AD4AE8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5D23226-3A11-AD63-D8A4-DD617B7FE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D5C591EF-75E2-459B-C53A-C54CB1963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1B1DC460-202D-32BA-D23D-1E57F4DF7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D291B24A-0BF7-023E-D21D-BB8DBE58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EC53F3E0-68E3-326E-E1A8-12FEE1BBE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39159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7377EB6-9F67-EB92-77E5-9E9ACBB1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DAA23803-7C47-21F7-E2E8-17C1BDFCB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8603630D-5F50-4972-6887-EDB16FB06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30EEAA70-C8D0-55F3-33A5-C513D831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A6CE85E2-D508-84CF-EEFD-3F1B9FFC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8BEAF98-8E4B-0BFB-2530-AAC527CA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9246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F826131-ABAF-8739-C4A5-99CA495E4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63E1E479-788D-81B9-5519-30B4C4676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401780B-F5BB-0F36-0684-8BE467D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5B60C38D-6C31-74D1-EF43-48FC53B2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B970F98-A15F-B0B3-E9E0-3E8BF83A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0275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B0BE83D9-F8EA-953A-CA8F-18D379CDC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7583F106-5981-803D-4B9B-1A185F0EF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B750EE1-C56D-9C5C-5A63-016AC7A63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D098F97-6E13-9E94-A8B7-D49A3A88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CE69895-546D-0A5D-60F0-A82929D6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8932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6935E05C-D5D6-9684-5DB5-4CC7CCB6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B536CB5A-CA1E-0FDB-9148-B445782D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00D04AC-0A8C-3A37-1C1D-458B2C3F43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E6956-16EB-4124-B79B-E2EDF2B21101}" type="datetimeFigureOut">
              <a:rPr lang="fi-FI" smtClean="0"/>
              <a:t>8.11.2023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71ADA4E-9B53-79F5-C564-87E41271C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D1DB6C8-96FE-BD3B-2DED-DCF168CC5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DD420-C1D5-4B97-B383-CCA8401890A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3075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26F5E86-F9ED-FD9A-C3EC-D7EB25A2A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INVENTAARIOSIVU SUUNNITELMA</a:t>
            </a:r>
          </a:p>
        </p:txBody>
      </p:sp>
    </p:spTree>
    <p:extLst>
      <p:ext uri="{BB962C8B-B14F-4D97-AF65-F5344CB8AC3E}">
        <p14:creationId xmlns:p14="http://schemas.microsoft.com/office/powerpoint/2010/main" val="345442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orakulmio 11">
            <a:extLst>
              <a:ext uri="{FF2B5EF4-FFF2-40B4-BE49-F238E27FC236}">
                <a16:creationId xmlns:a16="http://schemas.microsoft.com/office/drawing/2014/main" id="{4114D002-EE81-C672-1D60-9C5784815C4D}"/>
              </a:ext>
            </a:extLst>
          </p:cNvPr>
          <p:cNvSpPr/>
          <p:nvPr/>
        </p:nvSpPr>
        <p:spPr>
          <a:xfrm>
            <a:off x="1828800" y="2005009"/>
            <a:ext cx="8546841" cy="1951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4226BF26-6788-3F10-0AFA-38212500D822}"/>
              </a:ext>
            </a:extLst>
          </p:cNvPr>
          <p:cNvSpPr/>
          <p:nvPr/>
        </p:nvSpPr>
        <p:spPr>
          <a:xfrm>
            <a:off x="1816358" y="1277758"/>
            <a:ext cx="8546841" cy="7272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81C1A9E0-2997-AD11-E1AB-00736B29597B}"/>
              </a:ext>
            </a:extLst>
          </p:cNvPr>
          <p:cNvSpPr/>
          <p:nvPr/>
        </p:nvSpPr>
        <p:spPr>
          <a:xfrm>
            <a:off x="1828800" y="550506"/>
            <a:ext cx="8546841" cy="727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4" name="Taulukko 3">
            <a:extLst>
              <a:ext uri="{FF2B5EF4-FFF2-40B4-BE49-F238E27FC236}">
                <a16:creationId xmlns:a16="http://schemas.microsoft.com/office/drawing/2014/main" id="{0A6E6FE8-0A6E-AF26-BCA7-3E056E05B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238017"/>
              </p:ext>
            </p:extLst>
          </p:nvPr>
        </p:nvGraphicFramePr>
        <p:xfrm>
          <a:off x="2043404" y="719664"/>
          <a:ext cx="8116596" cy="446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6596">
                  <a:extLst>
                    <a:ext uri="{9D8B030D-6E8A-4147-A177-3AD203B41FA5}">
                      <a16:colId xmlns:a16="http://schemas.microsoft.com/office/drawing/2014/main" val="838242396"/>
                    </a:ext>
                  </a:extLst>
                </a:gridCol>
              </a:tblGrid>
              <a:tr h="446663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chemeClr val="tx1"/>
                          </a:solidFill>
                        </a:rPr>
                        <a:t>PÄÄSIVU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05745"/>
                  </a:ext>
                </a:extLst>
              </a:tr>
            </a:tbl>
          </a:graphicData>
        </a:graphic>
      </p:graphicFrame>
      <p:graphicFrame>
        <p:nvGraphicFramePr>
          <p:cNvPr id="5" name="Taulukko 4">
            <a:extLst>
              <a:ext uri="{FF2B5EF4-FFF2-40B4-BE49-F238E27FC236}">
                <a16:creationId xmlns:a16="http://schemas.microsoft.com/office/drawing/2014/main" id="{4AE78896-20FF-3BFD-5B6B-34397C7C9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762073"/>
              </p:ext>
            </p:extLst>
          </p:nvPr>
        </p:nvGraphicFramePr>
        <p:xfrm>
          <a:off x="1965390" y="2183432"/>
          <a:ext cx="159760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634200694"/>
                    </a:ext>
                  </a:extLst>
                </a:gridCol>
              </a:tblGrid>
              <a:tr h="1594326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 AIHEESTA + Linkki</a:t>
                      </a:r>
                      <a:br>
                        <a:rPr lang="fi-FI" dirty="0">
                          <a:solidFill>
                            <a:sysClr val="windowText" lastClr="000000"/>
                          </a:solidFill>
                        </a:rPr>
                      </a:br>
                      <a:br>
                        <a:rPr lang="fi-FI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ESIM. Sarjakuvat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467010"/>
                  </a:ext>
                </a:extLst>
              </a:tr>
            </a:tbl>
          </a:graphicData>
        </a:graphic>
      </p:graphicFrame>
      <p:graphicFrame>
        <p:nvGraphicFramePr>
          <p:cNvPr id="7" name="Taulukko 6">
            <a:extLst>
              <a:ext uri="{FF2B5EF4-FFF2-40B4-BE49-F238E27FC236}">
                <a16:creationId xmlns:a16="http://schemas.microsoft.com/office/drawing/2014/main" id="{C701125C-2CE9-08D5-5B18-9C0DB081A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86231"/>
              </p:ext>
            </p:extLst>
          </p:nvPr>
        </p:nvGraphicFramePr>
        <p:xfrm>
          <a:off x="5297195" y="2594912"/>
          <a:ext cx="15976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950832837"/>
                    </a:ext>
                  </a:extLst>
                </a:gridCol>
              </a:tblGrid>
              <a:tr h="521305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Teksti sarjakuvat + linkki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31398"/>
                  </a:ext>
                </a:extLst>
              </a:tr>
            </a:tbl>
          </a:graphicData>
        </a:graphic>
      </p:graphicFrame>
      <p:graphicFrame>
        <p:nvGraphicFramePr>
          <p:cNvPr id="8" name="Taulukko 7">
            <a:extLst>
              <a:ext uri="{FF2B5EF4-FFF2-40B4-BE49-F238E27FC236}">
                <a16:creationId xmlns:a16="http://schemas.microsoft.com/office/drawing/2014/main" id="{E1867317-CD66-56F9-B0FC-2DA0468B3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247088"/>
              </p:ext>
            </p:extLst>
          </p:nvPr>
        </p:nvGraphicFramePr>
        <p:xfrm>
          <a:off x="7768252" y="1370796"/>
          <a:ext cx="239174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747">
                  <a:extLst>
                    <a:ext uri="{9D8B030D-6E8A-4147-A177-3AD203B41FA5}">
                      <a16:colId xmlns:a16="http://schemas.microsoft.com/office/drawing/2014/main" val="2269255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Linkki Puuttuvat sivulle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87383"/>
                  </a:ext>
                </a:extLst>
              </a:tr>
            </a:tbl>
          </a:graphicData>
        </a:graphic>
      </p:graphicFrame>
      <p:sp>
        <p:nvSpPr>
          <p:cNvPr id="13" name="Suorakulmio 12">
            <a:extLst>
              <a:ext uri="{FF2B5EF4-FFF2-40B4-BE49-F238E27FC236}">
                <a16:creationId xmlns:a16="http://schemas.microsoft.com/office/drawing/2014/main" id="{070EF82B-41EC-990D-3377-19E1D3E42A77}"/>
              </a:ext>
            </a:extLst>
          </p:cNvPr>
          <p:cNvSpPr/>
          <p:nvPr/>
        </p:nvSpPr>
        <p:spPr>
          <a:xfrm>
            <a:off x="1816358" y="3956177"/>
            <a:ext cx="8546841" cy="19511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14" name="Taulukko 13">
            <a:extLst>
              <a:ext uri="{FF2B5EF4-FFF2-40B4-BE49-F238E27FC236}">
                <a16:creationId xmlns:a16="http://schemas.microsoft.com/office/drawing/2014/main" id="{C9BF6BB2-1EF6-46DD-7F4D-3D88B7734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773923"/>
              </p:ext>
            </p:extLst>
          </p:nvPr>
        </p:nvGraphicFramePr>
        <p:xfrm>
          <a:off x="1952948" y="4134600"/>
          <a:ext cx="1597608" cy="1594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634200694"/>
                    </a:ext>
                  </a:extLst>
                </a:gridCol>
              </a:tblGrid>
              <a:tr h="15943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 AIHEESTA + Linkki</a:t>
                      </a:r>
                      <a:br>
                        <a:rPr lang="fi-FI" dirty="0">
                          <a:solidFill>
                            <a:sysClr val="windowText" lastClr="000000"/>
                          </a:solidFill>
                        </a:rPr>
                      </a:br>
                      <a:br>
                        <a:rPr lang="fi-FI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ESIM. Pelit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467010"/>
                  </a:ext>
                </a:extLst>
              </a:tr>
            </a:tbl>
          </a:graphicData>
        </a:graphic>
      </p:graphicFrame>
      <p:graphicFrame>
        <p:nvGraphicFramePr>
          <p:cNvPr id="15" name="Taulukko 14">
            <a:extLst>
              <a:ext uri="{FF2B5EF4-FFF2-40B4-BE49-F238E27FC236}">
                <a16:creationId xmlns:a16="http://schemas.microsoft.com/office/drawing/2014/main" id="{B6318DA4-5019-8F44-61B8-79DEE4851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19824"/>
              </p:ext>
            </p:extLst>
          </p:nvPr>
        </p:nvGraphicFramePr>
        <p:xfrm>
          <a:off x="5290974" y="4620518"/>
          <a:ext cx="159760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950832837"/>
                    </a:ext>
                  </a:extLst>
                </a:gridCol>
              </a:tblGrid>
              <a:tr h="521305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Teksti Pelit + linkki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31398"/>
                  </a:ext>
                </a:extLst>
              </a:tr>
            </a:tbl>
          </a:graphicData>
        </a:graphic>
      </p:graphicFrame>
      <p:sp>
        <p:nvSpPr>
          <p:cNvPr id="19" name="Tekstiruutu 18">
            <a:extLst>
              <a:ext uri="{FF2B5EF4-FFF2-40B4-BE49-F238E27FC236}">
                <a16:creationId xmlns:a16="http://schemas.microsoft.com/office/drawing/2014/main" id="{0DB06DBC-E8DD-A5FC-A8C7-1F9BD79EF89F}"/>
              </a:ext>
            </a:extLst>
          </p:cNvPr>
          <p:cNvSpPr txBox="1"/>
          <p:nvPr/>
        </p:nvSpPr>
        <p:spPr>
          <a:xfrm>
            <a:off x="93306" y="363894"/>
            <a:ext cx="150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Värilliset laatikot ovat </a:t>
            </a:r>
            <a:r>
              <a:rPr lang="fi-FI" dirty="0" err="1"/>
              <a:t>divit</a:t>
            </a:r>
            <a:endParaRPr lang="fi-FI" dirty="0"/>
          </a:p>
        </p:txBody>
      </p:sp>
      <p:sp>
        <p:nvSpPr>
          <p:cNvPr id="20" name="Tekstiruutu 19">
            <a:extLst>
              <a:ext uri="{FF2B5EF4-FFF2-40B4-BE49-F238E27FC236}">
                <a16:creationId xmlns:a16="http://schemas.microsoft.com/office/drawing/2014/main" id="{BE8F86CA-98CD-5593-A1DC-71AEFB22914E}"/>
              </a:ext>
            </a:extLst>
          </p:cNvPr>
          <p:cNvSpPr txBox="1"/>
          <p:nvPr/>
        </p:nvSpPr>
        <p:spPr>
          <a:xfrm>
            <a:off x="5952930" y="5845829"/>
            <a:ext cx="286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.</a:t>
            </a:r>
          </a:p>
          <a:p>
            <a:r>
              <a:rPr lang="fi-FI" dirty="0"/>
              <a:t>.</a:t>
            </a:r>
          </a:p>
          <a:p>
            <a:r>
              <a:rPr lang="fi-F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463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orakulmio 11">
            <a:extLst>
              <a:ext uri="{FF2B5EF4-FFF2-40B4-BE49-F238E27FC236}">
                <a16:creationId xmlns:a16="http://schemas.microsoft.com/office/drawing/2014/main" id="{4114D002-EE81-C672-1D60-9C5784815C4D}"/>
              </a:ext>
            </a:extLst>
          </p:cNvPr>
          <p:cNvSpPr/>
          <p:nvPr/>
        </p:nvSpPr>
        <p:spPr>
          <a:xfrm>
            <a:off x="1828800" y="2005009"/>
            <a:ext cx="8546841" cy="1951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4226BF26-6788-3F10-0AFA-38212500D822}"/>
              </a:ext>
            </a:extLst>
          </p:cNvPr>
          <p:cNvSpPr/>
          <p:nvPr/>
        </p:nvSpPr>
        <p:spPr>
          <a:xfrm>
            <a:off x="1816358" y="1277758"/>
            <a:ext cx="8546841" cy="7272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81C1A9E0-2997-AD11-E1AB-00736B29597B}"/>
              </a:ext>
            </a:extLst>
          </p:cNvPr>
          <p:cNvSpPr/>
          <p:nvPr/>
        </p:nvSpPr>
        <p:spPr>
          <a:xfrm>
            <a:off x="1828800" y="550506"/>
            <a:ext cx="8546841" cy="727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4" name="Taulukko 3">
            <a:extLst>
              <a:ext uri="{FF2B5EF4-FFF2-40B4-BE49-F238E27FC236}">
                <a16:creationId xmlns:a16="http://schemas.microsoft.com/office/drawing/2014/main" id="{0A6E6FE8-0A6E-AF26-BCA7-3E056E05B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913762"/>
              </p:ext>
            </p:extLst>
          </p:nvPr>
        </p:nvGraphicFramePr>
        <p:xfrm>
          <a:off x="2043404" y="719664"/>
          <a:ext cx="8116596" cy="446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6596">
                  <a:extLst>
                    <a:ext uri="{9D8B030D-6E8A-4147-A177-3AD203B41FA5}">
                      <a16:colId xmlns:a16="http://schemas.microsoft.com/office/drawing/2014/main" val="838242396"/>
                    </a:ext>
                  </a:extLst>
                </a:gridCol>
              </a:tblGrid>
              <a:tr h="446663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chemeClr val="tx1"/>
                          </a:solidFill>
                        </a:rPr>
                        <a:t>Sarjakuvat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05745"/>
                  </a:ext>
                </a:extLst>
              </a:tr>
            </a:tbl>
          </a:graphicData>
        </a:graphic>
      </p:graphicFrame>
      <p:graphicFrame>
        <p:nvGraphicFramePr>
          <p:cNvPr id="5" name="Taulukko 4">
            <a:extLst>
              <a:ext uri="{FF2B5EF4-FFF2-40B4-BE49-F238E27FC236}">
                <a16:creationId xmlns:a16="http://schemas.microsoft.com/office/drawing/2014/main" id="{4AE78896-20FF-3BFD-5B6B-34397C7C9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399436"/>
              </p:ext>
            </p:extLst>
          </p:nvPr>
        </p:nvGraphicFramePr>
        <p:xfrm>
          <a:off x="1965390" y="2183432"/>
          <a:ext cx="1597608" cy="1594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634200694"/>
                    </a:ext>
                  </a:extLst>
                </a:gridCol>
              </a:tblGrid>
              <a:tr h="1594326">
                <a:tc>
                  <a:txBody>
                    <a:bodyPr/>
                    <a:lstStyle/>
                    <a:p>
                      <a:r>
                        <a:rPr lang="fi-FI" sz="1600" dirty="0">
                          <a:solidFill>
                            <a:sysClr val="windowText" lastClr="000000"/>
                          </a:solidFill>
                        </a:rPr>
                        <a:t>KUVA AIHEESTA + Linkki</a:t>
                      </a:r>
                      <a:br>
                        <a:rPr lang="fi-FI" sz="1600" dirty="0">
                          <a:solidFill>
                            <a:sysClr val="windowText" lastClr="000000"/>
                          </a:solidFill>
                        </a:rPr>
                      </a:br>
                      <a:br>
                        <a:rPr lang="fi-FI" sz="16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fi-FI" sz="1600" dirty="0">
                          <a:solidFill>
                            <a:sysClr val="windowText" lastClr="000000"/>
                          </a:solidFill>
                        </a:rPr>
                        <a:t>ESIM. Aku Ankan Taskukirjat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467010"/>
                  </a:ext>
                </a:extLst>
              </a:tr>
            </a:tbl>
          </a:graphicData>
        </a:graphic>
      </p:graphicFrame>
      <p:graphicFrame>
        <p:nvGraphicFramePr>
          <p:cNvPr id="7" name="Taulukko 6">
            <a:extLst>
              <a:ext uri="{FF2B5EF4-FFF2-40B4-BE49-F238E27FC236}">
                <a16:creationId xmlns:a16="http://schemas.microsoft.com/office/drawing/2014/main" id="{C701125C-2CE9-08D5-5B18-9C0DB081A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894825"/>
              </p:ext>
            </p:extLst>
          </p:nvPr>
        </p:nvGraphicFramePr>
        <p:xfrm>
          <a:off x="5297195" y="2386233"/>
          <a:ext cx="159760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950832837"/>
                    </a:ext>
                  </a:extLst>
                </a:gridCol>
              </a:tblGrid>
              <a:tr h="521305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Teksti Aku Ankan Taskukirjat + linkki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31398"/>
                  </a:ext>
                </a:extLst>
              </a:tr>
            </a:tbl>
          </a:graphicData>
        </a:graphic>
      </p:graphicFrame>
      <p:graphicFrame>
        <p:nvGraphicFramePr>
          <p:cNvPr id="8" name="Taulukko 7">
            <a:extLst>
              <a:ext uri="{FF2B5EF4-FFF2-40B4-BE49-F238E27FC236}">
                <a16:creationId xmlns:a16="http://schemas.microsoft.com/office/drawing/2014/main" id="{E1867317-CD66-56F9-B0FC-2DA0468B3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179624"/>
              </p:ext>
            </p:extLst>
          </p:nvPr>
        </p:nvGraphicFramePr>
        <p:xfrm>
          <a:off x="7768252" y="1370796"/>
          <a:ext cx="239174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747">
                  <a:extLst>
                    <a:ext uri="{9D8B030D-6E8A-4147-A177-3AD203B41FA5}">
                      <a16:colId xmlns:a16="http://schemas.microsoft.com/office/drawing/2014/main" val="2269255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sz="1400" dirty="0">
                          <a:solidFill>
                            <a:sysClr val="windowText" lastClr="000000"/>
                          </a:solidFill>
                        </a:rPr>
                        <a:t>Linkki Etusivulle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87383"/>
                  </a:ext>
                </a:extLst>
              </a:tr>
            </a:tbl>
          </a:graphicData>
        </a:graphic>
      </p:graphicFrame>
      <p:sp>
        <p:nvSpPr>
          <p:cNvPr id="13" name="Suorakulmio 12">
            <a:extLst>
              <a:ext uri="{FF2B5EF4-FFF2-40B4-BE49-F238E27FC236}">
                <a16:creationId xmlns:a16="http://schemas.microsoft.com/office/drawing/2014/main" id="{070EF82B-41EC-990D-3377-19E1D3E42A77}"/>
              </a:ext>
            </a:extLst>
          </p:cNvPr>
          <p:cNvSpPr/>
          <p:nvPr/>
        </p:nvSpPr>
        <p:spPr>
          <a:xfrm>
            <a:off x="1816358" y="3956177"/>
            <a:ext cx="8546841" cy="19511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14" name="Taulukko 13">
            <a:extLst>
              <a:ext uri="{FF2B5EF4-FFF2-40B4-BE49-F238E27FC236}">
                <a16:creationId xmlns:a16="http://schemas.microsoft.com/office/drawing/2014/main" id="{C9BF6BB2-1EF6-46DD-7F4D-3D88B7734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991609"/>
              </p:ext>
            </p:extLst>
          </p:nvPr>
        </p:nvGraphicFramePr>
        <p:xfrm>
          <a:off x="1952948" y="4134600"/>
          <a:ext cx="159760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634200694"/>
                    </a:ext>
                  </a:extLst>
                </a:gridCol>
              </a:tblGrid>
              <a:tr h="15943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 AIHEESTA + Linkki</a:t>
                      </a:r>
                      <a:br>
                        <a:rPr lang="fi-FI" dirty="0">
                          <a:solidFill>
                            <a:sysClr val="windowText" lastClr="000000"/>
                          </a:solidFill>
                        </a:rPr>
                      </a:br>
                      <a:br>
                        <a:rPr lang="fi-FI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ESIM. Tex </a:t>
                      </a:r>
                      <a:r>
                        <a:rPr lang="fi-FI" dirty="0" err="1">
                          <a:solidFill>
                            <a:sysClr val="windowText" lastClr="000000"/>
                          </a:solidFill>
                        </a:rPr>
                        <a:t>Willerit</a:t>
                      </a:r>
                      <a:endParaRPr lang="fi-FI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467010"/>
                  </a:ext>
                </a:extLst>
              </a:tr>
            </a:tbl>
          </a:graphicData>
        </a:graphic>
      </p:graphicFrame>
      <p:graphicFrame>
        <p:nvGraphicFramePr>
          <p:cNvPr id="15" name="Taulukko 14">
            <a:extLst>
              <a:ext uri="{FF2B5EF4-FFF2-40B4-BE49-F238E27FC236}">
                <a16:creationId xmlns:a16="http://schemas.microsoft.com/office/drawing/2014/main" id="{B6318DA4-5019-8F44-61B8-79DEE4851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137415"/>
              </p:ext>
            </p:extLst>
          </p:nvPr>
        </p:nvGraphicFramePr>
        <p:xfrm>
          <a:off x="5290456" y="4671109"/>
          <a:ext cx="15976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3950832837"/>
                    </a:ext>
                  </a:extLst>
                </a:gridCol>
              </a:tblGrid>
              <a:tr h="521305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Teksti Tex </a:t>
                      </a:r>
                      <a:r>
                        <a:rPr lang="fi-FI" dirty="0" err="1">
                          <a:solidFill>
                            <a:sysClr val="windowText" lastClr="000000"/>
                          </a:solidFill>
                        </a:rPr>
                        <a:t>Willerit</a:t>
                      </a:r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 + linkki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31398"/>
                  </a:ext>
                </a:extLst>
              </a:tr>
            </a:tbl>
          </a:graphicData>
        </a:graphic>
      </p:graphicFrame>
      <p:sp>
        <p:nvSpPr>
          <p:cNvPr id="19" name="Tekstiruutu 18">
            <a:extLst>
              <a:ext uri="{FF2B5EF4-FFF2-40B4-BE49-F238E27FC236}">
                <a16:creationId xmlns:a16="http://schemas.microsoft.com/office/drawing/2014/main" id="{0DB06DBC-E8DD-A5FC-A8C7-1F9BD79EF89F}"/>
              </a:ext>
            </a:extLst>
          </p:cNvPr>
          <p:cNvSpPr txBox="1"/>
          <p:nvPr/>
        </p:nvSpPr>
        <p:spPr>
          <a:xfrm>
            <a:off x="93306" y="363894"/>
            <a:ext cx="150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Värilliset laatikot ovat </a:t>
            </a:r>
            <a:r>
              <a:rPr lang="fi-FI" dirty="0" err="1"/>
              <a:t>divit</a:t>
            </a:r>
            <a:endParaRPr lang="fi-FI" dirty="0"/>
          </a:p>
        </p:txBody>
      </p:sp>
      <p:sp>
        <p:nvSpPr>
          <p:cNvPr id="20" name="Tekstiruutu 19">
            <a:extLst>
              <a:ext uri="{FF2B5EF4-FFF2-40B4-BE49-F238E27FC236}">
                <a16:creationId xmlns:a16="http://schemas.microsoft.com/office/drawing/2014/main" id="{BE8F86CA-98CD-5593-A1DC-71AEFB22914E}"/>
              </a:ext>
            </a:extLst>
          </p:cNvPr>
          <p:cNvSpPr txBox="1"/>
          <p:nvPr/>
        </p:nvSpPr>
        <p:spPr>
          <a:xfrm>
            <a:off x="5952930" y="5845829"/>
            <a:ext cx="286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.</a:t>
            </a:r>
          </a:p>
          <a:p>
            <a:r>
              <a:rPr lang="fi-FI" dirty="0"/>
              <a:t>.</a:t>
            </a:r>
          </a:p>
          <a:p>
            <a:r>
              <a:rPr lang="fi-F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163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orakulmio 11">
            <a:extLst>
              <a:ext uri="{FF2B5EF4-FFF2-40B4-BE49-F238E27FC236}">
                <a16:creationId xmlns:a16="http://schemas.microsoft.com/office/drawing/2014/main" id="{4114D002-EE81-C672-1D60-9C5784815C4D}"/>
              </a:ext>
            </a:extLst>
          </p:cNvPr>
          <p:cNvSpPr/>
          <p:nvPr/>
        </p:nvSpPr>
        <p:spPr>
          <a:xfrm>
            <a:off x="1828800" y="2005008"/>
            <a:ext cx="8546841" cy="4852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4226BF26-6788-3F10-0AFA-38212500D822}"/>
              </a:ext>
            </a:extLst>
          </p:cNvPr>
          <p:cNvSpPr/>
          <p:nvPr/>
        </p:nvSpPr>
        <p:spPr>
          <a:xfrm>
            <a:off x="1816358" y="1277758"/>
            <a:ext cx="8546841" cy="7272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81C1A9E0-2997-AD11-E1AB-00736B29597B}"/>
              </a:ext>
            </a:extLst>
          </p:cNvPr>
          <p:cNvSpPr/>
          <p:nvPr/>
        </p:nvSpPr>
        <p:spPr>
          <a:xfrm>
            <a:off x="1828800" y="550506"/>
            <a:ext cx="8546841" cy="727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4" name="Taulukko 3">
            <a:extLst>
              <a:ext uri="{FF2B5EF4-FFF2-40B4-BE49-F238E27FC236}">
                <a16:creationId xmlns:a16="http://schemas.microsoft.com/office/drawing/2014/main" id="{0A6E6FE8-0A6E-AF26-BCA7-3E056E05B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988640"/>
              </p:ext>
            </p:extLst>
          </p:nvPr>
        </p:nvGraphicFramePr>
        <p:xfrm>
          <a:off x="2043404" y="719664"/>
          <a:ext cx="8116596" cy="446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6596">
                  <a:extLst>
                    <a:ext uri="{9D8B030D-6E8A-4147-A177-3AD203B41FA5}">
                      <a16:colId xmlns:a16="http://schemas.microsoft.com/office/drawing/2014/main" val="838242396"/>
                    </a:ext>
                  </a:extLst>
                </a:gridCol>
              </a:tblGrid>
              <a:tr h="446663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chemeClr val="tx1"/>
                          </a:solidFill>
                        </a:rPr>
                        <a:t>Aku Ankan Taskukirjat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05745"/>
                  </a:ext>
                </a:extLst>
              </a:tr>
            </a:tbl>
          </a:graphicData>
        </a:graphic>
      </p:graphicFrame>
      <p:graphicFrame>
        <p:nvGraphicFramePr>
          <p:cNvPr id="8" name="Taulukko 7">
            <a:extLst>
              <a:ext uri="{FF2B5EF4-FFF2-40B4-BE49-F238E27FC236}">
                <a16:creationId xmlns:a16="http://schemas.microsoft.com/office/drawing/2014/main" id="{E1867317-CD66-56F9-B0FC-2DA0468B3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34917"/>
              </p:ext>
            </p:extLst>
          </p:nvPr>
        </p:nvGraphicFramePr>
        <p:xfrm>
          <a:off x="7768252" y="1370796"/>
          <a:ext cx="239174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747">
                  <a:extLst>
                    <a:ext uri="{9D8B030D-6E8A-4147-A177-3AD203B41FA5}">
                      <a16:colId xmlns:a16="http://schemas.microsoft.com/office/drawing/2014/main" val="2269255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sz="1400" dirty="0">
                          <a:solidFill>
                            <a:sysClr val="windowText" lastClr="000000"/>
                          </a:solidFill>
                        </a:rPr>
                        <a:t>Linkki Etusivulle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87383"/>
                  </a:ext>
                </a:extLst>
              </a:tr>
            </a:tbl>
          </a:graphicData>
        </a:graphic>
      </p:graphicFrame>
      <p:sp>
        <p:nvSpPr>
          <p:cNvPr id="19" name="Tekstiruutu 18">
            <a:extLst>
              <a:ext uri="{FF2B5EF4-FFF2-40B4-BE49-F238E27FC236}">
                <a16:creationId xmlns:a16="http://schemas.microsoft.com/office/drawing/2014/main" id="{0DB06DBC-E8DD-A5FC-A8C7-1F9BD79EF89F}"/>
              </a:ext>
            </a:extLst>
          </p:cNvPr>
          <p:cNvSpPr txBox="1"/>
          <p:nvPr/>
        </p:nvSpPr>
        <p:spPr>
          <a:xfrm>
            <a:off x="93306" y="363894"/>
            <a:ext cx="150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Värilliset laatikot ovat </a:t>
            </a:r>
            <a:r>
              <a:rPr lang="fi-FI" dirty="0" err="1"/>
              <a:t>divit</a:t>
            </a:r>
            <a:endParaRPr lang="fi-FI" dirty="0"/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516F7CB2-0A48-1F19-468B-3548AB16002B}"/>
              </a:ext>
            </a:extLst>
          </p:cNvPr>
          <p:cNvSpPr txBox="1"/>
          <p:nvPr/>
        </p:nvSpPr>
        <p:spPr>
          <a:xfrm>
            <a:off x="10684589" y="2825116"/>
            <a:ext cx="15074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Puuttuviin kuvan </a:t>
            </a:r>
            <a:r>
              <a:rPr lang="fi-FI" dirty="0" err="1"/>
              <a:t>background</a:t>
            </a:r>
            <a:r>
              <a:rPr lang="fi-FI" dirty="0"/>
              <a:t> punaiseksi ja omistettuihin vihreäksi</a:t>
            </a:r>
          </a:p>
        </p:txBody>
      </p:sp>
      <p:sp>
        <p:nvSpPr>
          <p:cNvPr id="26" name="Suorakulmio 25">
            <a:extLst>
              <a:ext uri="{FF2B5EF4-FFF2-40B4-BE49-F238E27FC236}">
                <a16:creationId xmlns:a16="http://schemas.microsoft.com/office/drawing/2014/main" id="{0804EC2B-2C22-AAC7-6FB8-647BD3F94F67}"/>
              </a:ext>
            </a:extLst>
          </p:cNvPr>
          <p:cNvSpPr/>
          <p:nvPr/>
        </p:nvSpPr>
        <p:spPr>
          <a:xfrm>
            <a:off x="1931437" y="2137493"/>
            <a:ext cx="8341567" cy="27154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2" name="Taulukko 1">
            <a:extLst>
              <a:ext uri="{FF2B5EF4-FFF2-40B4-BE49-F238E27FC236}">
                <a16:creationId xmlns:a16="http://schemas.microsoft.com/office/drawing/2014/main" id="{DDF3ADB8-5746-1077-8323-2AF8B3F0C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89172"/>
              </p:ext>
            </p:extLst>
          </p:nvPr>
        </p:nvGraphicFramePr>
        <p:xfrm>
          <a:off x="2043404" y="22453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90288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VUOSI Jos on tiedossa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70620"/>
                  </a:ext>
                </a:extLst>
              </a:tr>
            </a:tbl>
          </a:graphicData>
        </a:graphic>
      </p:graphicFrame>
      <p:graphicFrame>
        <p:nvGraphicFramePr>
          <p:cNvPr id="3" name="Taulukko 2">
            <a:extLst>
              <a:ext uri="{FF2B5EF4-FFF2-40B4-BE49-F238E27FC236}">
                <a16:creationId xmlns:a16="http://schemas.microsoft.com/office/drawing/2014/main" id="{6BFB6352-37F6-8231-180F-DB8440B0B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646402"/>
              </p:ext>
            </p:extLst>
          </p:nvPr>
        </p:nvGraphicFramePr>
        <p:xfrm>
          <a:off x="2043404" y="263969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90288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TAKAKANSIKUVA JOS ON/NIIN TÄYDELLINEN KUN SAAN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70620"/>
                  </a:ext>
                </a:extLst>
              </a:tr>
            </a:tbl>
          </a:graphicData>
        </a:graphic>
      </p:graphicFrame>
      <p:graphicFrame>
        <p:nvGraphicFramePr>
          <p:cNvPr id="6" name="Taulukko 5">
            <a:extLst>
              <a:ext uri="{FF2B5EF4-FFF2-40B4-BE49-F238E27FC236}">
                <a16:creationId xmlns:a16="http://schemas.microsoft.com/office/drawing/2014/main" id="{6E713E93-537C-38D3-19D7-EF3EAFFDB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210220"/>
              </p:ext>
            </p:extLst>
          </p:nvPr>
        </p:nvGraphicFramePr>
        <p:xfrm>
          <a:off x="2043404" y="3059365"/>
          <a:ext cx="8128000" cy="78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24005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2872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01715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63014904"/>
                    </a:ext>
                  </a:extLst>
                </a:gridCol>
              </a:tblGrid>
              <a:tr h="788100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NIMI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NUMERO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PUUTTUUKO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41207"/>
                  </a:ext>
                </a:extLst>
              </a:tr>
            </a:tbl>
          </a:graphicData>
        </a:graphic>
      </p:graphicFrame>
      <p:graphicFrame>
        <p:nvGraphicFramePr>
          <p:cNvPr id="16" name="Taulukko 15">
            <a:extLst>
              <a:ext uri="{FF2B5EF4-FFF2-40B4-BE49-F238E27FC236}">
                <a16:creationId xmlns:a16="http://schemas.microsoft.com/office/drawing/2014/main" id="{98C324B3-79A9-3A55-BEF3-A321DDBB0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247309"/>
              </p:ext>
            </p:extLst>
          </p:nvPr>
        </p:nvGraphicFramePr>
        <p:xfrm>
          <a:off x="2043404" y="3896294"/>
          <a:ext cx="8128000" cy="78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24005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2872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01715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63014904"/>
                    </a:ext>
                  </a:extLst>
                </a:gridCol>
              </a:tblGrid>
              <a:tr h="788100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NIMI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NUMERO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PUUTTUUKO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41207"/>
                  </a:ext>
                </a:extLst>
              </a:tr>
            </a:tbl>
          </a:graphicData>
        </a:graphic>
      </p:graphicFrame>
      <p:sp>
        <p:nvSpPr>
          <p:cNvPr id="27" name="Suorakulmio 26">
            <a:extLst>
              <a:ext uri="{FF2B5EF4-FFF2-40B4-BE49-F238E27FC236}">
                <a16:creationId xmlns:a16="http://schemas.microsoft.com/office/drawing/2014/main" id="{C1EC22BB-55D3-EE3D-639A-87707F534827}"/>
              </a:ext>
            </a:extLst>
          </p:cNvPr>
          <p:cNvSpPr/>
          <p:nvPr/>
        </p:nvSpPr>
        <p:spPr>
          <a:xfrm>
            <a:off x="1931437" y="4937669"/>
            <a:ext cx="8341567" cy="178970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23" name="Taulukko 22">
            <a:extLst>
              <a:ext uri="{FF2B5EF4-FFF2-40B4-BE49-F238E27FC236}">
                <a16:creationId xmlns:a16="http://schemas.microsoft.com/office/drawing/2014/main" id="{57C99002-F3A1-7FFB-6836-429D535A0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868477"/>
              </p:ext>
            </p:extLst>
          </p:nvPr>
        </p:nvGraphicFramePr>
        <p:xfrm>
          <a:off x="2043404" y="504080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90288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VUOSI jos on tiedossa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70620"/>
                  </a:ext>
                </a:extLst>
              </a:tr>
            </a:tbl>
          </a:graphicData>
        </a:graphic>
      </p:graphicFrame>
      <p:graphicFrame>
        <p:nvGraphicFramePr>
          <p:cNvPr id="24" name="Taulukko 23">
            <a:extLst>
              <a:ext uri="{FF2B5EF4-FFF2-40B4-BE49-F238E27FC236}">
                <a16:creationId xmlns:a16="http://schemas.microsoft.com/office/drawing/2014/main" id="{E975D753-17B9-6FBC-C6CC-09CCC0686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98559"/>
              </p:ext>
            </p:extLst>
          </p:nvPr>
        </p:nvGraphicFramePr>
        <p:xfrm>
          <a:off x="2043404" y="543513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90288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TAKAKANSIKUVA JOS ON/NIIN TÄYDELLINEN KUN SAAN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70620"/>
                  </a:ext>
                </a:extLst>
              </a:tr>
            </a:tbl>
          </a:graphicData>
        </a:graphic>
      </p:graphicFrame>
      <p:graphicFrame>
        <p:nvGraphicFramePr>
          <p:cNvPr id="25" name="Taulukko 24">
            <a:extLst>
              <a:ext uri="{FF2B5EF4-FFF2-40B4-BE49-F238E27FC236}">
                <a16:creationId xmlns:a16="http://schemas.microsoft.com/office/drawing/2014/main" id="{3C0E6A44-70A6-D852-6779-3736ADA52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357564"/>
              </p:ext>
            </p:extLst>
          </p:nvPr>
        </p:nvGraphicFramePr>
        <p:xfrm>
          <a:off x="2043404" y="5854803"/>
          <a:ext cx="8128000" cy="78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24005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2872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01715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63014904"/>
                    </a:ext>
                  </a:extLst>
                </a:gridCol>
              </a:tblGrid>
              <a:tr h="788100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NIMI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NUMERO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PUUTTUUKO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4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47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orakulmio 11">
            <a:extLst>
              <a:ext uri="{FF2B5EF4-FFF2-40B4-BE49-F238E27FC236}">
                <a16:creationId xmlns:a16="http://schemas.microsoft.com/office/drawing/2014/main" id="{4114D002-EE81-C672-1D60-9C5784815C4D}"/>
              </a:ext>
            </a:extLst>
          </p:cNvPr>
          <p:cNvSpPr/>
          <p:nvPr/>
        </p:nvSpPr>
        <p:spPr>
          <a:xfrm>
            <a:off x="1828800" y="2005008"/>
            <a:ext cx="8546841" cy="4852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4226BF26-6788-3F10-0AFA-38212500D822}"/>
              </a:ext>
            </a:extLst>
          </p:cNvPr>
          <p:cNvSpPr/>
          <p:nvPr/>
        </p:nvSpPr>
        <p:spPr>
          <a:xfrm>
            <a:off x="1816358" y="1277758"/>
            <a:ext cx="8546841" cy="7272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81C1A9E0-2997-AD11-E1AB-00736B29597B}"/>
              </a:ext>
            </a:extLst>
          </p:cNvPr>
          <p:cNvSpPr/>
          <p:nvPr/>
        </p:nvSpPr>
        <p:spPr>
          <a:xfrm>
            <a:off x="1828800" y="550506"/>
            <a:ext cx="8546841" cy="727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4" name="Taulukko 3">
            <a:extLst>
              <a:ext uri="{FF2B5EF4-FFF2-40B4-BE49-F238E27FC236}">
                <a16:creationId xmlns:a16="http://schemas.microsoft.com/office/drawing/2014/main" id="{0A6E6FE8-0A6E-AF26-BCA7-3E056E05B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92232"/>
              </p:ext>
            </p:extLst>
          </p:nvPr>
        </p:nvGraphicFramePr>
        <p:xfrm>
          <a:off x="2043404" y="719664"/>
          <a:ext cx="8116596" cy="446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6596">
                  <a:extLst>
                    <a:ext uri="{9D8B030D-6E8A-4147-A177-3AD203B41FA5}">
                      <a16:colId xmlns:a16="http://schemas.microsoft.com/office/drawing/2014/main" val="838242396"/>
                    </a:ext>
                  </a:extLst>
                </a:gridCol>
              </a:tblGrid>
              <a:tr h="446663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chemeClr val="tx1"/>
                          </a:solidFill>
                        </a:rPr>
                        <a:t>TEX WILLERIT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05745"/>
                  </a:ext>
                </a:extLst>
              </a:tr>
            </a:tbl>
          </a:graphicData>
        </a:graphic>
      </p:graphicFrame>
      <p:graphicFrame>
        <p:nvGraphicFramePr>
          <p:cNvPr id="8" name="Taulukko 7">
            <a:extLst>
              <a:ext uri="{FF2B5EF4-FFF2-40B4-BE49-F238E27FC236}">
                <a16:creationId xmlns:a16="http://schemas.microsoft.com/office/drawing/2014/main" id="{E1867317-CD66-56F9-B0FC-2DA0468B3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857750"/>
              </p:ext>
            </p:extLst>
          </p:nvPr>
        </p:nvGraphicFramePr>
        <p:xfrm>
          <a:off x="7768252" y="1370796"/>
          <a:ext cx="239174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747">
                  <a:extLst>
                    <a:ext uri="{9D8B030D-6E8A-4147-A177-3AD203B41FA5}">
                      <a16:colId xmlns:a16="http://schemas.microsoft.com/office/drawing/2014/main" val="2269255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sz="1400" dirty="0">
                          <a:solidFill>
                            <a:sysClr val="windowText" lastClr="000000"/>
                          </a:solidFill>
                        </a:rPr>
                        <a:t>Linkki Etusivulle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87383"/>
                  </a:ext>
                </a:extLst>
              </a:tr>
            </a:tbl>
          </a:graphicData>
        </a:graphic>
      </p:graphicFrame>
      <p:sp>
        <p:nvSpPr>
          <p:cNvPr id="19" name="Tekstiruutu 18">
            <a:extLst>
              <a:ext uri="{FF2B5EF4-FFF2-40B4-BE49-F238E27FC236}">
                <a16:creationId xmlns:a16="http://schemas.microsoft.com/office/drawing/2014/main" id="{0DB06DBC-E8DD-A5FC-A8C7-1F9BD79EF89F}"/>
              </a:ext>
            </a:extLst>
          </p:cNvPr>
          <p:cNvSpPr txBox="1"/>
          <p:nvPr/>
        </p:nvSpPr>
        <p:spPr>
          <a:xfrm>
            <a:off x="93306" y="363894"/>
            <a:ext cx="150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Värilliset laatikot ovat </a:t>
            </a:r>
            <a:r>
              <a:rPr lang="fi-FI" dirty="0" err="1"/>
              <a:t>divit</a:t>
            </a:r>
            <a:endParaRPr lang="fi-FI" dirty="0"/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516F7CB2-0A48-1F19-468B-3548AB16002B}"/>
              </a:ext>
            </a:extLst>
          </p:cNvPr>
          <p:cNvSpPr txBox="1"/>
          <p:nvPr/>
        </p:nvSpPr>
        <p:spPr>
          <a:xfrm>
            <a:off x="10684589" y="2825116"/>
            <a:ext cx="15074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Puuttuviin kuvan </a:t>
            </a:r>
            <a:r>
              <a:rPr lang="fi-FI" dirty="0" err="1"/>
              <a:t>background</a:t>
            </a:r>
            <a:r>
              <a:rPr lang="fi-FI" dirty="0"/>
              <a:t> punaiseksi ja omistettuihin vihreäksi</a:t>
            </a:r>
          </a:p>
        </p:txBody>
      </p:sp>
      <p:sp>
        <p:nvSpPr>
          <p:cNvPr id="26" name="Suorakulmio 25">
            <a:extLst>
              <a:ext uri="{FF2B5EF4-FFF2-40B4-BE49-F238E27FC236}">
                <a16:creationId xmlns:a16="http://schemas.microsoft.com/office/drawing/2014/main" id="{0804EC2B-2C22-AAC7-6FB8-647BD3F94F67}"/>
              </a:ext>
            </a:extLst>
          </p:cNvPr>
          <p:cNvSpPr/>
          <p:nvPr/>
        </p:nvSpPr>
        <p:spPr>
          <a:xfrm>
            <a:off x="1931437" y="2137493"/>
            <a:ext cx="8341567" cy="27154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2" name="Taulukko 1">
            <a:extLst>
              <a:ext uri="{FF2B5EF4-FFF2-40B4-BE49-F238E27FC236}">
                <a16:creationId xmlns:a16="http://schemas.microsoft.com/office/drawing/2014/main" id="{DDF3ADB8-5746-1077-8323-2AF8B3F0C7F4}"/>
              </a:ext>
            </a:extLst>
          </p:cNvPr>
          <p:cNvGraphicFramePr>
            <a:graphicFrameLocks noGrp="1"/>
          </p:cNvGraphicFramePr>
          <p:nvPr/>
        </p:nvGraphicFramePr>
        <p:xfrm>
          <a:off x="2043404" y="22453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90288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VUOSI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70620"/>
                  </a:ext>
                </a:extLst>
              </a:tr>
            </a:tbl>
          </a:graphicData>
        </a:graphic>
      </p:graphicFrame>
      <p:graphicFrame>
        <p:nvGraphicFramePr>
          <p:cNvPr id="6" name="Taulukko 5">
            <a:extLst>
              <a:ext uri="{FF2B5EF4-FFF2-40B4-BE49-F238E27FC236}">
                <a16:creationId xmlns:a16="http://schemas.microsoft.com/office/drawing/2014/main" id="{6E713E93-537C-38D3-19D7-EF3EAFFDB0FB}"/>
              </a:ext>
            </a:extLst>
          </p:cNvPr>
          <p:cNvGraphicFramePr>
            <a:graphicFrameLocks noGrp="1"/>
          </p:cNvGraphicFramePr>
          <p:nvPr/>
        </p:nvGraphicFramePr>
        <p:xfrm>
          <a:off x="2043404" y="3059365"/>
          <a:ext cx="8128000" cy="78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24005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2872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01715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63014904"/>
                    </a:ext>
                  </a:extLst>
                </a:gridCol>
              </a:tblGrid>
              <a:tr h="788100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NIMI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NUMERO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PUUTTUUKO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41207"/>
                  </a:ext>
                </a:extLst>
              </a:tr>
            </a:tbl>
          </a:graphicData>
        </a:graphic>
      </p:graphicFrame>
      <p:graphicFrame>
        <p:nvGraphicFramePr>
          <p:cNvPr id="16" name="Taulukko 15">
            <a:extLst>
              <a:ext uri="{FF2B5EF4-FFF2-40B4-BE49-F238E27FC236}">
                <a16:creationId xmlns:a16="http://schemas.microsoft.com/office/drawing/2014/main" id="{98C324B3-79A9-3A55-BEF3-A321DDBB06CE}"/>
              </a:ext>
            </a:extLst>
          </p:cNvPr>
          <p:cNvGraphicFramePr>
            <a:graphicFrameLocks noGrp="1"/>
          </p:cNvGraphicFramePr>
          <p:nvPr/>
        </p:nvGraphicFramePr>
        <p:xfrm>
          <a:off x="2043404" y="3896294"/>
          <a:ext cx="8128000" cy="78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24005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2872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01715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63014904"/>
                    </a:ext>
                  </a:extLst>
                </a:gridCol>
              </a:tblGrid>
              <a:tr h="788100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NIMI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NUMERO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PUUTTUUKO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41207"/>
                  </a:ext>
                </a:extLst>
              </a:tr>
            </a:tbl>
          </a:graphicData>
        </a:graphic>
      </p:graphicFrame>
      <p:sp>
        <p:nvSpPr>
          <p:cNvPr id="27" name="Suorakulmio 26">
            <a:extLst>
              <a:ext uri="{FF2B5EF4-FFF2-40B4-BE49-F238E27FC236}">
                <a16:creationId xmlns:a16="http://schemas.microsoft.com/office/drawing/2014/main" id="{C1EC22BB-55D3-EE3D-639A-87707F534827}"/>
              </a:ext>
            </a:extLst>
          </p:cNvPr>
          <p:cNvSpPr/>
          <p:nvPr/>
        </p:nvSpPr>
        <p:spPr>
          <a:xfrm>
            <a:off x="1931437" y="4937669"/>
            <a:ext cx="8341567" cy="178970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aphicFrame>
        <p:nvGraphicFramePr>
          <p:cNvPr id="23" name="Taulukko 22">
            <a:extLst>
              <a:ext uri="{FF2B5EF4-FFF2-40B4-BE49-F238E27FC236}">
                <a16:creationId xmlns:a16="http://schemas.microsoft.com/office/drawing/2014/main" id="{57C99002-F3A1-7FFB-6836-429D535A0770}"/>
              </a:ext>
            </a:extLst>
          </p:cNvPr>
          <p:cNvGraphicFramePr>
            <a:graphicFrameLocks noGrp="1"/>
          </p:cNvGraphicFramePr>
          <p:nvPr/>
        </p:nvGraphicFramePr>
        <p:xfrm>
          <a:off x="2043404" y="504080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90288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VUOSI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70620"/>
                  </a:ext>
                </a:extLst>
              </a:tr>
            </a:tbl>
          </a:graphicData>
        </a:graphic>
      </p:graphicFrame>
      <p:graphicFrame>
        <p:nvGraphicFramePr>
          <p:cNvPr id="25" name="Taulukko 24">
            <a:extLst>
              <a:ext uri="{FF2B5EF4-FFF2-40B4-BE49-F238E27FC236}">
                <a16:creationId xmlns:a16="http://schemas.microsoft.com/office/drawing/2014/main" id="{3C0E6A44-70A6-D852-6779-3736ADA52466}"/>
              </a:ext>
            </a:extLst>
          </p:cNvPr>
          <p:cNvGraphicFramePr>
            <a:graphicFrameLocks noGrp="1"/>
          </p:cNvGraphicFramePr>
          <p:nvPr/>
        </p:nvGraphicFramePr>
        <p:xfrm>
          <a:off x="2043404" y="5854803"/>
          <a:ext cx="8128000" cy="78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240051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2872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01715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63014904"/>
                    </a:ext>
                  </a:extLst>
                </a:gridCol>
              </a:tblGrid>
              <a:tr h="788100"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KUVA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NIMI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NUMERO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>
                          <a:solidFill>
                            <a:sysClr val="windowText" lastClr="000000"/>
                          </a:solidFill>
                        </a:rPr>
                        <a:t>PUUTTUUKO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4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851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CBD7ED6-456E-EC25-8585-0B13857B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B781EFA-9D57-4917-9142-BBDEA4CC7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5549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AEC2DA5-448A-ECEE-B6B4-B5BF2EBF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Mitä kaikkea voi vielä lisätä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FC4A5F1-B65A-FB35-D7F0-D392E6B20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Mustanaamiot / </a:t>
            </a:r>
            <a:r>
              <a:rPr lang="fi-FI" dirty="0" err="1"/>
              <a:t>Speciaalit</a:t>
            </a:r>
            <a:endParaRPr lang="fi-FI" dirty="0"/>
          </a:p>
          <a:p>
            <a:r>
              <a:rPr lang="fi-FI" dirty="0"/>
              <a:t>Pelit (Konsoleittain)</a:t>
            </a:r>
          </a:p>
          <a:p>
            <a:r>
              <a:rPr lang="fi-FI" dirty="0"/>
              <a:t>CD:T (Bändien mukaan aakkosjärjestyksessä)</a:t>
            </a:r>
          </a:p>
          <a:p>
            <a:r>
              <a:rPr lang="fi-FI" dirty="0"/>
              <a:t>Mangat</a:t>
            </a:r>
          </a:p>
          <a:p>
            <a:r>
              <a:rPr lang="fi-FI" dirty="0"/>
              <a:t>DVD/</a:t>
            </a:r>
            <a:r>
              <a:rPr lang="fi-FI" dirty="0" err="1"/>
              <a:t>Bluerayt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4404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186</Words>
  <Application>Microsoft Office PowerPoint</Application>
  <PresentationFormat>Laajakuva</PresentationFormat>
  <Paragraphs>65</Paragraphs>
  <Slides>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Office-teema</vt:lpstr>
      <vt:lpstr>INVENTAARIOSIVU SUUNNITELMA</vt:lpstr>
      <vt:lpstr>PowerPoint-esitys</vt:lpstr>
      <vt:lpstr>PowerPoint-esitys</vt:lpstr>
      <vt:lpstr>PowerPoint-esitys</vt:lpstr>
      <vt:lpstr>PowerPoint-esitys</vt:lpstr>
      <vt:lpstr>PowerPoint-esitys</vt:lpstr>
      <vt:lpstr>Mitä kaikkea voi vielä lisätä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INVENTAARIOSIVU SUUNNITELMA</dc:title>
  <dc:creator>Soininen Jonne</dc:creator>
  <cp:lastModifiedBy>Soininen Jonne</cp:lastModifiedBy>
  <cp:revision>6</cp:revision>
  <dcterms:created xsi:type="dcterms:W3CDTF">2023-11-08T08:18:29Z</dcterms:created>
  <dcterms:modified xsi:type="dcterms:W3CDTF">2023-11-08T12:16:04Z</dcterms:modified>
</cp:coreProperties>
</file>